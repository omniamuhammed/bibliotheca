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Library Manager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مكتبتي الذكية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Library Management Web App — React · TypeScript · Tailwind CSS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1513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 Muhammed</a:t>
            </a:r>
            <a:pPr indent="0" marL="0">
              <a:buNone/>
            </a:pPr>
            <a:r>
              <a:rPr lang="en-US" sz="14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ID: 24030099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5628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Mahmoud</a:t>
            </a:r>
            <a:pPr indent="0" marL="0">
              <a:buNone/>
            </a:pPr>
            <a:r>
              <a:rPr lang="en-US" sz="14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ID: 24030153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12064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974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Haneen Ibrahim</a:t>
            </a:r>
            <a:pPr indent="0" marL="0">
              <a:buNone/>
            </a:pPr>
            <a:r>
              <a:rPr lang="en-US" sz="14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ID: 24030152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Key Features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71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852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52958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51129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&amp; Schedule (Gantt / Network / CPM)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187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16966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&amp; Earned Value Management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8280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504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486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Results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struggle to track which books they own, are reading, have finished, or wish to read — especially across physical and digital collections. There is no single, simple place to organize a personal library.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22037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book &amp; reading-status management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8895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dual search + Open Library import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5753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429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stats dashboard &amp; activity log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42611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zero-cost local storage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EAF4E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Book cataloguing &amp; CRUD operations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Dual search (local + Open Library API)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Statistics dashboard &amp; activity log (CSV/JSON export)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Card/table views, filtering, keyboard shortcuts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LocalStorage persistence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Arabic educational section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Out of Scope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Multi-user accounts / authentication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database or server backend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mobile application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 / subscription features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CRUD &amp; Status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Reading, Finished, Available, or Wishlist for every book.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645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Dual 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locally or import instantly from the Open Library API.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240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dashboard with live counts and status breakdown.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38404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434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&amp; Export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4800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logged; export as CSV/JSON or print.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4434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Views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800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card/table views; filter by category or status.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8404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75320" y="4434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&amp; Storage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800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to search, Ctrl+B to add; data saved via LocalStorage.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library for a fast, interactive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90672" y="21031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227832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27832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JavaScript for fewer runtime bugs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9824" y="21031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586984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86984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for rapid, consistent UI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08976" y="21031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946136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Library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46136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API for book metadata &amp; cover images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168128" y="21031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305288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05288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Zero-cost, built-in browser persistence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19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162763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Initiation, planning, monitoring &amp; closure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79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587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258775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+ system architecture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354787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search/API, dashboard, log, views, storage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599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4507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450799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Unit/integration testing + bug fixing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39496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559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5468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546811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setup + final report &amp; presentation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 — Gantt Chart</a:t>
            </a:r>
            <a:endParaRPr lang="en-US" sz="2800" dirty="0"/>
          </a:p>
        </p:txBody>
      </p:sp>
      <p:pic>
        <p:nvPicPr>
          <p:cNvPr id="3" name="Image 0" descr="/home/claude/pm_project/gantt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10881360" cy="5532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Diagram &amp; Critical Path</a:t>
            </a:r>
            <a:endParaRPr lang="en-US" sz="2600" dirty="0"/>
          </a:p>
        </p:txBody>
      </p:sp>
      <p:pic>
        <p:nvPicPr>
          <p:cNvPr id="3" name="Image 0" descr="/home/claude/pm_project/networ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1247120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66160" y="603504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</p:sp>
      <p:sp>
        <p:nvSpPr>
          <p:cNvPr id="5" name="Text 2"/>
          <p:cNvSpPr/>
          <p:nvPr/>
        </p:nvSpPr>
        <p:spPr>
          <a:xfrm>
            <a:off x="3566160" y="603504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Duration: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Working Days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&amp; EVM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at Completion (BAC)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38728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75888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CPI (Cost Performance)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45936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345936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83096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SPI — delivered on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53144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53144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90304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of Effort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Week-3 checkpoint the project was briefly behind schedule and slightly over budget (CPI ≈ 0.94, SPI ≈ 0.90) due to a longer-than-planned API integration. The team recovered fully by the final deadline, delivering on schedule at a final CPI of ~0.97.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6656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698480" cy="78638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from cleared browser storage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18288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03920" y="164592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export as manual backup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523744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23744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learning curve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2706624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7066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0" y="2523744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prototyping + official docs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401568"/>
            <a:ext cx="10698480" cy="78638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01568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not public at deadline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5844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3401568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&amp; verify repo early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279392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79392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Library API downtime/limits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03720" y="4462272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D6891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462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03920" y="4279392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caching + manual fallback entry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5157216"/>
            <a:ext cx="10698480" cy="78638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157216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03720" y="5340096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D68910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53400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03920" y="5157216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agreed Scope Statement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On Time. On Scope. Close to Budget.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 working days — schedule met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core feature groups fully implemented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CPI ≈ 0.97 — within 3% of budget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2026-08-22T12:52:28Z</dcterms:created>
  <dcterms:modified xsi:type="dcterms:W3CDTF">2026-08-22T12:52:28Z</dcterms:modified>
</cp:coreProperties>
</file>